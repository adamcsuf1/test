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BBC05"/>
                </a:solidFill>
                <a:latin typeface="Calibri"/>
              </a:rPr>
              <a:t>EXECUTIVE BRIEFING · SMB ACQUISITION &amp;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What an SMB Needs to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Stand Up a Successful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Google Ads vs. Meta Ads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F1F3F4"/>
                </a:solidFill>
                <a:latin typeface="Calibri"/>
              </a:rPr>
              <a:t>Where to invest on business.google.com in H2 2026 to reduce SMB time-to-first-value and 30/60/90-day churn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Prepared 2026-04-30  ·  ads-market-research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85216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F6368"/>
                </a:solidFill>
                <a:latin typeface="Calibri"/>
              </a:rPr>
              <a:t>Lifecycle: Acquisition → Activation → Spend → Retention → ROI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Calibri"/>
              </a:rPr>
              <a:t>TL;DR — the practical inputs are where SMBs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0972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Hard prerequisites for an SMB to run ads on Google or Meta are nearly identical. The PRACTICAL prerequisites — clean tracking, enough budget to survive learning, and creative variety — are where SMBs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02124"/>
                </a:solidFill>
                <a:latin typeface="Calibri"/>
              </a:rPr>
              <a:t>•  Meta has been ~12–18 months ahead on AI-default onboarding for ecom SMBs (Advantage+ Shopping adoption +70% YoY in Q4).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02124"/>
                </a:solidFill>
                <a:latin typeface="Calibri"/>
              </a:rPr>
              <a:t>•  Google's 2025 Smart Mode + 2026 pre-built campaigns rollout closes most of the gap on the flow — explicit response to documented SMB onboarding abandonment.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02124"/>
                </a:solidFill>
                <a:latin typeface="Calibri"/>
              </a:rPr>
              <a:t>•  Google's biggest remaining SMB tax: measurement/tracking setup. Implicitly admitted by the $600 conversion-tracking credit incentive.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02124"/>
                </a:solidFill>
                <a:latin typeface="Calibri"/>
              </a:rPr>
              <a:t>•  Meta's biggest tax is the inverse: easy onboarding ≠ durable ROI. Advantage+ new-customer CAC roughly doubled May 2024 → May 2025 in a 55K-campaign analysis.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02124"/>
                </a:solidFill>
                <a:latin typeface="Calibri"/>
              </a:rPr>
              <a:t>•  73% of agency-managed SMB churn is communication-driven, not performance-driven — a plain-English explanation gap, not an algorithm gap.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SMB Google Ads vs. Meta Ads · Account-Setup Research · 2026-04-30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PM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Calibri"/>
              </a:rPr>
              <a:t>What this research informs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846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0040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alibri"/>
              </a:rPr>
              <a:t>Where to invest on business.google.com &amp; adjacent surfaces in H2 2026 to reduce SMB time-to-first-value and early-churn.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657600" cy="4846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657600" cy="5486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20040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alibri"/>
              </a:rPr>
              <a:t>SMB-weighted (1–50 employees, owner-operator) · US-first · last 12 months · acquisition→activation→spend.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371600"/>
            <a:ext cx="3657600" cy="4846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3657600" cy="5486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8132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48840"/>
            <a:ext cx="320040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alibri"/>
              </a:rPr>
              <a:t>Dual: external advertiser experiences AND internal product-marketer tools that may surface externally.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SMB Google Ads vs. Meta Ads · Account-Setup Research · 2026-04-30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Calibri"/>
              </a:rPr>
              <a:t>What an SMB needs to bring vs. what AI manufactures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57784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GOOGLE ADS (2026)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577840" cy="44805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5577840" cy="548640"/>
          </a:xfrm>
          <a:prstGeom prst="rect">
            <a:avLst/>
          </a:prstGeom>
          <a:solidFill>
            <a:srgbClr val="187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META ADS (2026)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577840" cy="44805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Setup: Google account + business name + site (optional but expected).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Tracking: Google tag/GTM + enhanced conversions + Consent Mode v2. SINGLE BIGGEST SMB TAX.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Creative: Smart Mode/asset gen can bootstrap from URL + logo; PMax wants 15 headlines + 4 descriptions + multi-format assets.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Targeting: Smart Mode infers from category/location; PMax accelerated by audience signals.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Budget floor (practical): ~$500–$1,500/mo Search; PMax wants ≥10–30 conv/mo.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Onboarding flow: Smart Mode default + pre-built campaigns rolling out late 2025 → early 2026.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Failure modes: missing tracking · thin budget · over-broad match · landing-page mismatch.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Setup: Facebook account + Business Manager + Page (required) + IG link (recommended).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Tracking: Meta Pixel + Conversions API (CAPI). CAPI Gateway / partners help non-technical SMBs post-ATT.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Creative: Advantage+ Shopping runs from product feed + a few seed creatives; AI generates variants.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Targeting: Advantage+ uses pixel/CAPI signal + catalog; minimal advertiser input.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Budget floor (practical): ~$1,000–$3,000/mo; Advantage+ ad sets want ~50 conv/wk to exit learning.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Onboarding flow: Advantage+ Campaign Experience default; +70% YoY adoption Q4.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202124"/>
                </a:solidFill>
                <a:latin typeface="Calibri"/>
              </a:rPr>
              <a:t>•  Failure modes: no CAPI fallback · cannibalizing organic · rising new-customer CAC · creative fatigue.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SMB Google Ads vs. Meta Ads · Account-Setup Research · 2026-04-30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AI 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Calibri"/>
              </a:rPr>
              <a:t>AI/ML: where Google leads, lags, or should differentiate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703320" cy="4846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7033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WHERE GOOGLE IS AHEAD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Unique intent/query signal — no Meta analog.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AI Mode positioned as next ads engine with monetization plan in place.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Multi-product graph: Business Profile + Merchant Center + Analytics + YouTube.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703320" cy="4846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70332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6304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WHERE META IS AHEAD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Default-on AI onboarding for ecom (5-clicks-to-live with feed).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Creative AI maturity (image, video variants, AI sandbox shipped first).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Catalog-first model — faster than Merchant Center for Shopify/Woo.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703320" cy="4846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703320" cy="5029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6304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DIFFERENTIATION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In-flow troubleshooting in plain English to a non-marketer — neither does this well.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Weekly 'what happened, what to do' explanation for owner-operators.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SMB-grade incrementality readout — biggest trust-narrative prize.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SMB Google Ads vs. Meta Ads · Account-Setup Research · 2026-04-30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LIFECYCLE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Calibri"/>
              </a:rPr>
              <a:t>Where each stage of the funnel hurts SMBs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03120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ACQUISITION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371600"/>
            <a:ext cx="9098280" cy="9144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572768"/>
            <a:ext cx="8869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202124"/>
                </a:solidFill>
                <a:latin typeface="Calibri"/>
              </a:rPr>
              <a:t>Google brand wins entry; friction is keeping them past session 1. Boost-from-Business-Profile underused vs. Meta's Page-Boost analog.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2103120" cy="914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24328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331720"/>
            <a:ext cx="9098280" cy="9144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532888"/>
            <a:ext cx="8869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202124"/>
                </a:solidFill>
                <a:latin typeface="Calibri"/>
              </a:rPr>
              <a:t>The battleground. Smart Mode + pre-built campaigns target documented SMB onboarding abandonment. Tracking setup remains the largest activation tax.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2103120" cy="9144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84448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3291840"/>
            <a:ext cx="9098280" cy="9144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493008"/>
            <a:ext cx="8869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202124"/>
                </a:solidFill>
                <a:latin typeface="Calibri"/>
              </a:rPr>
              <a:t>Both platforms punish under-budgeted accounts during learning. Practitioners cite $1K–$3K/mo as the realistic SMB floor for either.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1960"/>
            <a:ext cx="2103120" cy="9144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44568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RETENTION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4251960"/>
            <a:ext cx="9098280" cy="9144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4453128"/>
            <a:ext cx="8869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202124"/>
                </a:solidFill>
                <a:latin typeface="Calibri"/>
              </a:rPr>
              <a:t>Tracking is the leading indicator. 73% of agency-managed SMB churn is communication-driven — an AI-explanation opportunity.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2103120" cy="9144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504688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5212080"/>
            <a:ext cx="9098280" cy="9144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5413248"/>
            <a:ext cx="8869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202124"/>
                </a:solidFill>
                <a:latin typeface="Calibri"/>
              </a:rPr>
              <a:t>Easy onboarding ≠ durable ROI. Advantage+ new-customer CAC ~doubled May'24→May'25 without exclusions. PMax shares the pattern.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SMB Google Ads vs. Meta Ads · Account-Setup Research · 2026-04-30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Calibri"/>
              </a:rPr>
              <a:t>Top 3 PM-actionable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5544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914400" cy="1554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Calibri"/>
              </a:rPr>
              <a:t>Collapse measurement setup into a one-screen, agent-driven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20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>
                <a:solidFill>
                  <a:srgbClr val="4285F4"/>
                </a:solidFill>
                <a:latin typeface="Calibri"/>
              </a:rPr>
              <a:t>[Activation] · High impact / Medium effort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9456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202124"/>
                </a:solidFill>
                <a:latin typeface="Calibri"/>
              </a:rPr>
              <a:t>Tracking is the single biggest SMB activation tax. The $600 credit shows Google already knows. Detect the SMB's stack (Shopify, WordPress, GA4, GTM) and offer one-click installation BEFORE first campaign launch.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11247120" cy="15544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914400" cy="1554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004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Calibri"/>
              </a:rPr>
              <a:t>Ship a 'first 90 days' guided playbook that replaces the agency role most SMBs can't afford.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1188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>
                <a:solidFill>
                  <a:srgbClr val="34A853"/>
                </a:solidFill>
                <a:latin typeface="Calibri"/>
              </a:rPr>
              <a:t>[Activation, Retention] · High impact / Medium effort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862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202124"/>
                </a:solidFill>
                <a:latin typeface="Calibri"/>
              </a:rPr>
              <a:t>73% of agency SMB churn is communication, not performance. An always-on, plain-English assistant — proactive, in-product + email — that says what happened, what to fix, what to ignore.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914400" cy="1554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920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Calibri"/>
              </a:rPr>
              <a:t>Build a stalled-account diagnostic agent — internal first, then surface externally.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30352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>
                <a:solidFill>
                  <a:srgbClr val="EA4335"/>
                </a:solidFill>
                <a:latin typeface="Calibri"/>
              </a:rPr>
              <a:t>[Spend, Retention] · High impact / Low–Medium effort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57784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202124"/>
                </a:solidFill>
                <a:latin typeface="Calibri"/>
              </a:rPr>
              <a:t>Flag the killable failure modes (broken tracking · sub-floor budget · thin creative · landing mismatch) and route accounts to self-serve fix, email nudge, or sales-assist. Canonical internal-then-external pattern.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SMB Google Ads vs. Meta Ads · Account-Setup Research · 2026-04-30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HOW IT 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Calibri"/>
              </a:rPr>
              <a:t>External advertiser vs. internal-PMM-tool framing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50292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371600"/>
            <a:ext cx="2286000" cy="50292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49047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Best v1 surface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371600"/>
            <a:ext cx="2286000" cy="50292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49047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Other-surface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371600"/>
            <a:ext cx="2103120" cy="50292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490472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Pattern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74520"/>
            <a:ext cx="4572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87452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187452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0" y="18745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99339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  <a:latin typeface="Calibri"/>
              </a:rPr>
              <a:t>One-screen measurement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9339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External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99339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Internal: diagnostic for sales-assist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993392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Ship-out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77440"/>
            <a:ext cx="4572000" cy="5029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2377440"/>
            <a:ext cx="2286000" cy="5029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2377440"/>
            <a:ext cx="2286000" cy="5029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2377440"/>
            <a:ext cx="2103120" cy="5029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49631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  <a:latin typeface="Calibri"/>
              </a:rPr>
              <a:t>'First 90 days' guided playbook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49631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External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49631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Internal: PMM engagement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496312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Ship-out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80360"/>
            <a:ext cx="4572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28803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28803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288036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99923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  <a:latin typeface="Calibri"/>
              </a:rPr>
              <a:t>Stalled-account diagnostic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299923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Internal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99923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External: advertiser 'health check'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999232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Ship-in-then-out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383280"/>
            <a:ext cx="4572000" cy="5029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3383280"/>
            <a:ext cx="2286000" cy="5029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0" y="3383280"/>
            <a:ext cx="2286000" cy="5029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01200" y="3383280"/>
            <a:ext cx="2103120" cy="5029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50215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  <a:latin typeface="Calibri"/>
              </a:rPr>
              <a:t>Boost-from-Business-Profile acq.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350215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External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350215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Internal: PMM A/B at scale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502152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Ship-out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886200"/>
            <a:ext cx="4572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0" y="388620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0" y="388620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01200" y="388620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00507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  <a:latin typeface="Calibri"/>
              </a:rPr>
              <a:t>Catalog-first ecom onboarding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400507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External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400507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Internal: partner-integration 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4005072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Ship-out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389120"/>
            <a:ext cx="4572000" cy="5029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4389120"/>
            <a:ext cx="2286000" cy="5029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15200" y="4389120"/>
            <a:ext cx="2286000" cy="5029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01200" y="4389120"/>
            <a:ext cx="2103120" cy="5029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50799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  <a:latin typeface="Calibri"/>
              </a:rPr>
              <a:t>SMB incrementality readout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450799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Internal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450799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External once methodology proven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4507992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Calibri"/>
              </a:rPr>
              <a:t>Ship-in-then-out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285F4"/>
                </a:solidFill>
                <a:latin typeface="Calibri"/>
              </a:rPr>
              <a:t>Pattern: measurement &amp; onboarding flows ship external first; diagnostic &amp; explanation tools ship internal first.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SMB Google Ads vs. Meta Ads · Account-Setup Research · 2026-04-30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WATCH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Calibri"/>
              </a:rPr>
              <a:t>Risks, unknowns, and what to watch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703320" cy="4846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70332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AI Mode reshapes the funnel before business.google.com does.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SMB skepticism toward 'AI does it for you' hardens (Marpipe-style data circulating).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Privacy/regulatory step-changes: DMA, EU AI Act, US state privacy.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703320" cy="4846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703320" cy="50292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6304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UNKNOWNS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How much Smart Mode → Expert Mode graduation actually happens.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Real SMB pull of TikTok Symphony, MS Copilot, Criteo GO — they raise the floor even if not winning.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True 90-day retention curves on Smart Mode cohorts.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703320" cy="4846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7033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6304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LEADING INDICATORS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AI Mode ad share of Search revenue in earnings.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r/PPC sentiment toward Smart Mode + PMax for SMBs.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124"/>
                </a:solidFill>
                <a:latin typeface="Calibri"/>
              </a:rPr>
              <a:t>•  Consent Mode v2 enforcement actions; FTC on auto-applied recommendations.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SMB Google Ads vs. Meta Ads · Account-Setup Research · 2026-04-30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Calibri"/>
              </a:rPr>
              <a:t>Sources (selected)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1. Google's AI Imperative — MediaPost, Dec 2025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2. Pre-Built Campaigns 2026 Guide — ALM Corp, Jan 2026 (vendor)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3. Google Ads 2025 Year-in-Review — ALM Corp, Jan 2026 (vendor)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4. AI Mode is Google's next ads engine — Search Engine Land, Dec 2025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5. Criteo GO opens to all SMBs — PPC Land, 2025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6. Smart Campaigns benefits &amp; features — Google Ads Help (Google-pub.)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7. Advantage+ Shopping Ultimate Guide — Marpipe, 2025 (vendor; cites 55K-campaign CAC analysis)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8. Advantage+ Shopping setup &amp; results — Stackmatix, 2025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9. Advantage+ Sales Campaigns Guide — Birch, 2025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10. Meta Advantage+ Campaign Experience — Meta for Business (Meta-pub.)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11. 2025 Google Ads Conversion Tracking — PPC Mastery, Jan 2025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12. Enhanced Conversions 2025 — Conversios, 2025 (vendor)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13. Google Ads Tracking After Consent Mode v2 — Dataslayer, 2026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14. $600 Conversion Tracking Credit — ALM Corp, 2025 (vendor)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15. Avg Conversion Rate for Google Ads 2026 — First Page Sage, 2026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16. Conversion Benchmarks 2026 — Lever Digital, 2026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17. Maximizing Google Ads Expert Mode — Workshop Digital (agency)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18. Google Ads for a Small Business 2025 — Search Atlas, 2025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19. Unpacking Meta's 2025 Ad Overhaul — IMM, 2025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  20. Meta Advantage+ AI updates 2025 — Coinis,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Calibri"/>
              </a:rPr>
              <a:t>Source quality: items 2, 3, 7, 12, 14, 17 are vendor/agency blogs — directionally useful, commercially motivated. Items 6, 10 are platform-published. Re-verify the 55K-campaign Advantage+ CAC stat before exec usage.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SMB Google Ads vs. Meta Ads · Account-Setup Research · 2026-04-30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36576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win: solve the SMB explanation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1F3F4"/>
                </a:solidFill>
                <a:latin typeface="Calibri"/>
              </a:rPr>
              <a:t>Tracking, plain-English explanations, and stalled-account diagnosis are the three</a:t>
            </a:r>
          </a:p>
          <a:p>
            <a:pPr algn="l"/>
            <a:r>
              <a:rPr sz="1600" b="0">
                <a:solidFill>
                  <a:srgbClr val="F1F3F4"/>
                </a:solidFill>
                <a:latin typeface="Calibri"/>
              </a:rPr>
              <a:t>levers that compound across the SMB book. Build them once, ship them everywhere</a:t>
            </a:r>
          </a:p>
          <a:p>
            <a:pPr algn="l"/>
            <a:r>
              <a:rPr sz="1600" b="0">
                <a:solidFill>
                  <a:srgbClr val="F1F3F4"/>
                </a:solidFill>
                <a:latin typeface="Calibri"/>
              </a:rPr>
              <a:t>— external on business.google.com, internal for PMM and sales-assist.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ads-market-research · 2026-04-30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